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6" r:id="rId11"/>
    <p:sldId id="267" r:id="rId12"/>
    <p:sldId id="268" r:id="rId13"/>
    <p:sldId id="263" r:id="rId14"/>
    <p:sldId id="265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1CCC24-04E4-4BCC-941A-B907F5E8BBCD}">
  <a:tblStyle styleId="{6A1CCC24-04E4-4BCC-941A-B907F5E8BB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{6A1CCC24-04E4-4BCC-941A-B907F5E8BBCD}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{6A1CCC24-04E4-4BCC-941A-B907F5E8BBCD}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6" Type="http://schemas.openxmlformats.org/officeDocument/2006/relationships/hyperlink" Target="mailto:i@rlopatin.ru" TargetMode="External"/><Relationship Id="rId5" Type="http://schemas.openxmlformats.org/officeDocument/2006/relationships/hyperlink" Target="https://t.me/Exsecrabili" TargetMode="External"/><Relationship Id="rId4" Type="http://schemas.openxmlformats.org/officeDocument/2006/relationships/hyperlink" Target="https://github.com/LopatinRom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t>HR Onboarding Hub (1С): онбординг через заявки, этапы, SLA и RabbitMQ</a:t>
            </a: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t>OTUS «Архитектор 1С»</a:t>
            </a: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 err="1"/>
              <a:t>Защита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  <a:p>
            <a:br>
              <a:rPr lang="en-US" dirty="0"/>
            </a:br>
            <a:r>
              <a:rPr dirty="0" err="1"/>
              <a:t>Тема</a:t>
            </a:r>
            <a:r>
              <a:rPr dirty="0"/>
              <a:t>:</a:t>
            </a:r>
            <a:r>
              <a:rPr lang="en-US" dirty="0"/>
              <a:t> HR Onboarding Hub</a:t>
            </a: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t="30931" b="13765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dirty="0"/>
              <a:t>Лопатин Роман Алексеевич </a:t>
            </a:r>
            <a:r>
              <a:rPr dirty="0" err="1"/>
              <a:t>Ведущий</a:t>
            </a:r>
            <a:r>
              <a:rPr dirty="0"/>
              <a:t> </a:t>
            </a:r>
            <a:r>
              <a:rPr dirty="0" err="1"/>
              <a:t>разработчик</a:t>
            </a:r>
            <a:r>
              <a:rPr dirty="0"/>
              <a:t> 1С </a:t>
            </a:r>
            <a:r>
              <a:rPr lang="ru-RU" dirty="0"/>
              <a:t>СПАО «Ингосстрах»</a:t>
            </a:r>
          </a:p>
          <a:p>
            <a:r>
              <a:rPr lang="ru-RU" dirty="0"/>
              <a:t>Более 5 лет в разработке 1С.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t>План защиты</a:t>
            </a:r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t>1. Цель и задачи проекта</a:t>
            </a: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t>2. Архитектура и модель данных (C4/ER)</a:t>
            </a: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t>3. Интеграция RabbitMQ (команды/ответы)</a:t>
            </a: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t>4. UI и демонстрация процесса</a:t>
            </a: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t>6. Вопросы и обратная связь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393139" y="56173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dirty="0" err="1"/>
              <a:t>Цель</a:t>
            </a:r>
            <a:r>
              <a:rPr sz="1800" dirty="0"/>
              <a:t> и </a:t>
            </a:r>
            <a:r>
              <a:rPr sz="1800" dirty="0" err="1"/>
              <a:t>задачи</a:t>
            </a:r>
            <a:r>
              <a:rPr sz="1800" dirty="0"/>
              <a:t> </a:t>
            </a:r>
            <a:r>
              <a:rPr sz="1800" dirty="0" err="1"/>
              <a:t>проекта</a:t>
            </a:r>
            <a:endParaRPr sz="1800" dirty="0"/>
          </a:p>
        </p:txBody>
      </p:sp>
      <p:sp>
        <p:nvSpPr>
          <p:cNvPr id="187" name="Google Shape;187;p39"/>
          <p:cNvSpPr/>
          <p:nvPr/>
        </p:nvSpPr>
        <p:spPr>
          <a:xfrm>
            <a:off x="393139" y="653740"/>
            <a:ext cx="8276905" cy="3659739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algn="just"/>
            <a:r>
              <a:rPr dirty="0" err="1"/>
              <a:t>Цель</a:t>
            </a:r>
            <a:r>
              <a:rPr dirty="0"/>
              <a:t>: </a:t>
            </a:r>
            <a:r>
              <a:rPr dirty="0" err="1"/>
              <a:t>автоматизировать</a:t>
            </a:r>
            <a:r>
              <a:rPr dirty="0"/>
              <a:t> </a:t>
            </a:r>
            <a:r>
              <a:rPr dirty="0" err="1"/>
              <a:t>онбординг</a:t>
            </a:r>
            <a:r>
              <a:rPr dirty="0"/>
              <a:t> </a:t>
            </a:r>
            <a:r>
              <a:rPr dirty="0" err="1"/>
              <a:t>сотрудника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заявку</a:t>
            </a:r>
            <a:r>
              <a:rPr dirty="0"/>
              <a:t> HR и </a:t>
            </a:r>
            <a:r>
              <a:rPr dirty="0" err="1"/>
              <a:t>набор</a:t>
            </a:r>
            <a:r>
              <a:rPr dirty="0"/>
              <a:t> </a:t>
            </a:r>
            <a:r>
              <a:rPr dirty="0" err="1"/>
              <a:t>этапов</a:t>
            </a:r>
            <a:r>
              <a:rPr dirty="0"/>
              <a:t> с </a:t>
            </a:r>
            <a:r>
              <a:rPr dirty="0" err="1"/>
              <a:t>контролем</a:t>
            </a:r>
            <a:r>
              <a:rPr dirty="0"/>
              <a:t> SLA и </a:t>
            </a:r>
            <a:r>
              <a:rPr dirty="0" err="1"/>
              <a:t>интеграцией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RabbitMQ.</a:t>
            </a:r>
            <a:endParaRPr lang="ru-RU" dirty="0"/>
          </a:p>
          <a:p>
            <a:pPr algn="just"/>
            <a:endParaRPr lang="ru-RU" dirty="0"/>
          </a:p>
          <a:p>
            <a:pPr algn="just"/>
            <a:endParaRPr lang="ru-RU" dirty="0"/>
          </a:p>
          <a:p>
            <a:pPr algn="just"/>
            <a:endParaRPr lang="ru-RU" dirty="0"/>
          </a:p>
          <a:p>
            <a:pPr algn="just"/>
            <a:endParaRPr lang="ru-RU" dirty="0"/>
          </a:p>
          <a:p>
            <a:pPr algn="just"/>
            <a:endParaRPr lang="ru-RU" dirty="0"/>
          </a:p>
          <a:p>
            <a:pPr algn="just"/>
            <a:endParaRPr dirty="0"/>
          </a:p>
          <a:p>
            <a:r>
              <a:rPr dirty="0" err="1"/>
              <a:t>Задачи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заявки</a:t>
            </a:r>
            <a:r>
              <a:rPr dirty="0"/>
              <a:t> и </a:t>
            </a:r>
            <a:r>
              <a:rPr dirty="0" err="1"/>
              <a:t>этапов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пакету</a:t>
            </a:r>
            <a:r>
              <a:rPr dirty="0"/>
              <a:t> </a:t>
            </a:r>
            <a:r>
              <a:rPr dirty="0" err="1"/>
              <a:t>доступов</a:t>
            </a:r>
            <a:endParaRPr dirty="0"/>
          </a:p>
          <a:p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статусами</a:t>
            </a:r>
            <a:r>
              <a:rPr dirty="0"/>
              <a:t> </a:t>
            </a:r>
            <a:r>
              <a:rPr dirty="0" err="1"/>
              <a:t>заявки</a:t>
            </a:r>
            <a:r>
              <a:rPr dirty="0"/>
              <a:t>/</a:t>
            </a:r>
            <a:r>
              <a:rPr dirty="0" err="1"/>
              <a:t>этапов</a:t>
            </a:r>
            <a:r>
              <a:rPr dirty="0"/>
              <a:t> и </a:t>
            </a:r>
            <a:r>
              <a:rPr dirty="0" err="1"/>
              <a:t>дедлайнами</a:t>
            </a:r>
            <a:endParaRPr dirty="0"/>
          </a:p>
          <a:p>
            <a:r>
              <a:rPr dirty="0"/>
              <a:t>• </a:t>
            </a:r>
            <a:r>
              <a:rPr dirty="0" err="1"/>
              <a:t>Обмен</a:t>
            </a:r>
            <a:r>
              <a:rPr dirty="0"/>
              <a:t> </a:t>
            </a:r>
            <a:r>
              <a:rPr dirty="0" err="1"/>
              <a:t>командами</a:t>
            </a:r>
            <a:r>
              <a:rPr dirty="0"/>
              <a:t>/</a:t>
            </a:r>
            <a:r>
              <a:rPr dirty="0" err="1"/>
              <a:t>ответами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RabbitMQ</a:t>
            </a:r>
          </a:p>
          <a:p>
            <a:r>
              <a:rPr dirty="0"/>
              <a:t>• UI: </a:t>
            </a:r>
            <a:r>
              <a:rPr dirty="0" err="1"/>
              <a:t>форма</a:t>
            </a:r>
            <a:r>
              <a:rPr dirty="0"/>
              <a:t> </a:t>
            </a:r>
            <a:r>
              <a:rPr dirty="0" err="1"/>
              <a:t>заявки</a:t>
            </a:r>
            <a:r>
              <a:rPr dirty="0"/>
              <a:t> + </a:t>
            </a:r>
            <a:r>
              <a:rPr dirty="0" err="1"/>
              <a:t>рабочее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HR</a:t>
            </a:r>
          </a:p>
          <a:p>
            <a:r>
              <a:rPr dirty="0"/>
              <a:t>• </a:t>
            </a:r>
            <a:r>
              <a:rPr dirty="0" err="1"/>
              <a:t>Автотесты</a:t>
            </a:r>
            <a:r>
              <a:rPr dirty="0"/>
              <a:t> (</a:t>
            </a:r>
            <a:r>
              <a:rPr dirty="0" err="1"/>
              <a:t>Yaxunit</a:t>
            </a:r>
            <a:r>
              <a:rPr dirty="0"/>
              <a:t>, Vanessa) и </a:t>
            </a:r>
            <a:r>
              <a:rPr dirty="0" err="1"/>
              <a:t>документация</a:t>
            </a:r>
            <a:r>
              <a:rPr dirty="0"/>
              <a:t> (BPMN/C4/ER)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/>
        </p:nvGraphicFramePr>
        <p:xfrm>
          <a:off x="952500" y="1897775"/>
          <a:ext cx="7239000" cy="1981050"/>
        </p:xfrm>
        <a:graphic>
          <a:graphicData uri="http://schemas.openxmlformats.org/drawingml/2006/table">
            <a:tbl>
              <a:tblPr>
                <a:noFill/>
                <a:tableStyleId>{6A1CCC24-04E4-4BCC-941A-B907F5E8BBCD}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t>1.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1С:Предприятие 8.3 (</a:t>
                      </a:r>
                      <a:r>
                        <a:rPr dirty="0" err="1"/>
                        <a:t>управляемые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формы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метаданные</a:t>
                      </a:r>
                      <a:r>
                        <a:rPr dirty="0"/>
                        <a:t>)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2.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RabbitMQ в Docker + Traefik (reverse proxy, TLS)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3.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PinkRabbitMQ (внешняя компонента 1С, AMQP)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4.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Автотесты: Yaxunit + Vanessa Automation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5.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Документация</a:t>
                      </a:r>
                      <a:r>
                        <a:rPr dirty="0"/>
                        <a:t>: </a:t>
                      </a:r>
                      <a:r>
                        <a:rPr dirty="0" err="1"/>
                        <a:t>PlantUML</a:t>
                      </a:r>
                      <a:r>
                        <a:rPr dirty="0"/>
                        <a:t> (C4/ER), BPMN; GitLab CI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sp>
        <p:nvSpPr>
          <p:cNvPr id="207" name="Google Shape;207;p41"/>
          <p:cNvSpPr txBox="1"/>
          <p:nvPr/>
        </p:nvSpPr>
        <p:spPr>
          <a:xfrm>
            <a:off x="564918" y="1336255"/>
            <a:ext cx="8069325" cy="3360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sz="1800" dirty="0" err="1"/>
              <a:t>Ключевой</a:t>
            </a:r>
            <a:r>
              <a:rPr sz="1800" dirty="0"/>
              <a:t> </a:t>
            </a:r>
            <a:r>
              <a:rPr sz="1800" dirty="0" err="1"/>
              <a:t>результат</a:t>
            </a:r>
            <a:r>
              <a:rPr sz="1800" dirty="0"/>
              <a:t> MVP:</a:t>
            </a:r>
          </a:p>
          <a:p>
            <a:r>
              <a:rPr sz="1800" dirty="0"/>
              <a:t>• </a:t>
            </a:r>
            <a:r>
              <a:rPr sz="1800" dirty="0" err="1"/>
              <a:t>Заявка</a:t>
            </a:r>
            <a:r>
              <a:rPr sz="1800" dirty="0"/>
              <a:t> </a:t>
            </a:r>
            <a:r>
              <a:rPr sz="1800" dirty="0" err="1"/>
              <a:t>онбординга</a:t>
            </a:r>
            <a:r>
              <a:rPr sz="1800" dirty="0"/>
              <a:t> (</a:t>
            </a:r>
            <a:r>
              <a:rPr sz="1800" dirty="0" err="1"/>
              <a:t>документ</a:t>
            </a:r>
            <a:r>
              <a:rPr sz="1800" dirty="0"/>
              <a:t>) + </a:t>
            </a:r>
            <a:r>
              <a:rPr sz="1800" dirty="0" err="1"/>
              <a:t>этапы</a:t>
            </a:r>
            <a:r>
              <a:rPr sz="1800" dirty="0"/>
              <a:t> (РС) + SLA/</a:t>
            </a:r>
            <a:r>
              <a:rPr sz="1800" dirty="0" err="1"/>
              <a:t>просрочки</a:t>
            </a:r>
            <a:endParaRPr sz="1800" dirty="0"/>
          </a:p>
          <a:p>
            <a:r>
              <a:rPr sz="1800" dirty="0"/>
              <a:t>• </a:t>
            </a:r>
            <a:r>
              <a:rPr sz="1800" dirty="0" err="1"/>
              <a:t>Интеграция</a:t>
            </a:r>
            <a:r>
              <a:rPr sz="1800" dirty="0"/>
              <a:t> RabbitMQ: </a:t>
            </a:r>
            <a:r>
              <a:rPr sz="1800" dirty="0" err="1"/>
              <a:t>публикация</a:t>
            </a:r>
            <a:r>
              <a:rPr sz="1800" dirty="0"/>
              <a:t> </a:t>
            </a:r>
            <a:r>
              <a:rPr sz="1800" dirty="0" err="1"/>
              <a:t>команд</a:t>
            </a:r>
            <a:r>
              <a:rPr sz="1800" dirty="0"/>
              <a:t> и </a:t>
            </a:r>
            <a:r>
              <a:rPr sz="1800" dirty="0" err="1"/>
              <a:t>обработка</a:t>
            </a:r>
            <a:r>
              <a:rPr sz="1800" dirty="0"/>
              <a:t> </a:t>
            </a:r>
            <a:r>
              <a:rPr sz="1800" dirty="0" err="1"/>
              <a:t>ответов</a:t>
            </a:r>
            <a:r>
              <a:rPr sz="1800" dirty="0"/>
              <a:t> (AMQP)</a:t>
            </a:r>
          </a:p>
          <a:p>
            <a:r>
              <a:rPr sz="1800" dirty="0"/>
              <a:t>• UI: </a:t>
            </a:r>
            <a:r>
              <a:rPr sz="1800" dirty="0" err="1"/>
              <a:t>форма</a:t>
            </a:r>
            <a:r>
              <a:rPr sz="1800" dirty="0"/>
              <a:t> </a:t>
            </a:r>
            <a:r>
              <a:rPr sz="1800" dirty="0" err="1"/>
              <a:t>заявки</a:t>
            </a:r>
            <a:r>
              <a:rPr sz="1800" dirty="0"/>
              <a:t> + </a:t>
            </a:r>
            <a:r>
              <a:rPr sz="1800" dirty="0" err="1"/>
              <a:t>рабочее</a:t>
            </a:r>
            <a:r>
              <a:rPr sz="1800" dirty="0"/>
              <a:t> </a:t>
            </a:r>
            <a:r>
              <a:rPr sz="1800" dirty="0" err="1"/>
              <a:t>место</a:t>
            </a:r>
            <a:r>
              <a:rPr sz="1800" dirty="0"/>
              <a:t> HR (</a:t>
            </a:r>
            <a:r>
              <a:rPr sz="1800" dirty="0" err="1"/>
              <a:t>прогресс</a:t>
            </a:r>
            <a:r>
              <a:rPr sz="1800" dirty="0"/>
              <a:t>, </a:t>
            </a:r>
            <a:r>
              <a:rPr sz="1800" dirty="0" err="1"/>
              <a:t>этапы</a:t>
            </a:r>
            <a:r>
              <a:rPr sz="1800" dirty="0"/>
              <a:t>, </a:t>
            </a:r>
            <a:r>
              <a:rPr sz="1800" dirty="0" err="1"/>
              <a:t>ошибки</a:t>
            </a:r>
            <a:r>
              <a:rPr sz="1800" dirty="0"/>
              <a:t>)</a:t>
            </a:r>
          </a:p>
          <a:p>
            <a:r>
              <a:rPr sz="1800" dirty="0"/>
              <a:t>• </a:t>
            </a:r>
            <a:r>
              <a:rPr sz="1800" dirty="0" err="1"/>
              <a:t>Автотесты</a:t>
            </a:r>
            <a:r>
              <a:rPr sz="1800" dirty="0"/>
              <a:t>: unit (</a:t>
            </a:r>
            <a:r>
              <a:rPr sz="1800" dirty="0" err="1"/>
              <a:t>Yaxunit</a:t>
            </a:r>
            <a:r>
              <a:rPr sz="1800" dirty="0"/>
              <a:t>) + </a:t>
            </a:r>
            <a:r>
              <a:rPr sz="1800" dirty="0" err="1"/>
              <a:t>сценарии</a:t>
            </a:r>
            <a:r>
              <a:rPr sz="1800" dirty="0"/>
              <a:t> UI/E2E (Vanessa)</a:t>
            </a:r>
          </a:p>
          <a:p>
            <a:r>
              <a:rPr sz="1800" dirty="0"/>
              <a:t>• </a:t>
            </a:r>
            <a:r>
              <a:rPr sz="1800" dirty="0" err="1"/>
              <a:t>Документация</a:t>
            </a:r>
            <a:r>
              <a:rPr sz="1800" dirty="0"/>
              <a:t>: BPMN, C4, ER, </a:t>
            </a:r>
            <a:r>
              <a:rPr sz="1800" dirty="0" err="1"/>
              <a:t>контракт</a:t>
            </a:r>
            <a:r>
              <a:rPr sz="1800" dirty="0"/>
              <a:t> </a:t>
            </a:r>
            <a:r>
              <a:rPr sz="1800" dirty="0" err="1"/>
              <a:t>сообщений</a:t>
            </a:r>
            <a:endParaRPr sz="1800" dirty="0"/>
          </a:p>
          <a:p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580FD-7683-15E8-6367-D8601FA5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Рабочее место и основной документ </a:t>
            </a:r>
            <a:r>
              <a:rPr lang="en-US" dirty="0"/>
              <a:t>HR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927B17-50BE-5736-1BFE-02290944E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29" y="1148952"/>
            <a:ext cx="5639813" cy="17905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848AC2-74E2-D53C-E3A9-45BAD17D6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958" y="1955841"/>
            <a:ext cx="4404571" cy="203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12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620121-D1A9-AAF2-4F1D-912EFF9B8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RabbitMQ (queues / message payload)</a:t>
            </a:r>
            <a:br>
              <a:rPr lang="en-US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547769-9571-5D22-4B9B-C5C618428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C077A4-CE23-84CA-DF1F-87AD893E0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042167"/>
            <a:ext cx="7327115" cy="20983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38929C-121B-E160-C805-926432EEA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335" y="1902771"/>
            <a:ext cx="7138065" cy="17320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F60045-C712-A625-5F79-3CF5D6E98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880" y="2138067"/>
            <a:ext cx="2810466" cy="230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51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7B9EF3-0F3A-EB4E-7B52-610F03549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Отчёт </a:t>
            </a:r>
            <a:r>
              <a:rPr lang="ru-RU" dirty="0" err="1"/>
              <a:t>автотестов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3E560A-541C-ACE0-A115-8C981B7EA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D97CA5-6EE9-7621-0B02-E61B4F295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85" y="1016627"/>
            <a:ext cx="3829302" cy="36481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5250D-305E-DAE1-67B9-30491CFFE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306" y="1483689"/>
            <a:ext cx="5493844" cy="33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44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pSp>
        <p:nvGrpSpPr>
          <p:cNvPr id="214" name="Google Shape;214;p42"/>
          <p:cNvGrpSpPr/>
          <p:nvPr/>
        </p:nvGrpSpPr>
        <p:grpSpPr>
          <a:xfrm>
            <a:off x="3588947" y="63190"/>
            <a:ext cx="5596901" cy="2335504"/>
            <a:chOff x="4702612" y="176595"/>
            <a:chExt cx="3413161" cy="1399343"/>
          </a:xfrm>
        </p:grpSpPr>
        <p:pic>
          <p:nvPicPr>
            <p:cNvPr id="215" name="Google Shape;21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02612" y="176595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dist="28575" dir="4200000" algn="bl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216" name="Google Shape;216;p42"/>
            <p:cNvSpPr txBox="1"/>
            <p:nvPr/>
          </p:nvSpPr>
          <p:spPr>
            <a:xfrm>
              <a:off x="5246273" y="50327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dirty="0" err="1"/>
                <a:t>Дальнейшие</a:t>
              </a:r>
              <a:r>
                <a:rPr dirty="0"/>
                <a:t> </a:t>
              </a:r>
              <a:r>
                <a:rPr dirty="0" err="1"/>
                <a:t>улучшения</a:t>
              </a:r>
              <a:r>
                <a:rPr dirty="0"/>
                <a:t> (</a:t>
              </a:r>
              <a:r>
                <a:rPr dirty="0" err="1"/>
                <a:t>после</a:t>
              </a:r>
              <a:r>
                <a:rPr dirty="0"/>
                <a:t> MVP): </a:t>
              </a:r>
              <a:r>
                <a:rPr dirty="0" err="1"/>
                <a:t>расширить</a:t>
              </a:r>
              <a:r>
                <a:rPr dirty="0"/>
                <a:t> </a:t>
              </a:r>
              <a:r>
                <a:rPr dirty="0" err="1"/>
                <a:t>покрытие</a:t>
              </a:r>
              <a:r>
                <a:rPr dirty="0"/>
                <a:t> E2E, </a:t>
              </a:r>
              <a:r>
                <a:rPr dirty="0" err="1"/>
                <a:t>добавить</a:t>
              </a:r>
              <a:r>
                <a:rPr dirty="0"/>
                <a:t> </a:t>
              </a:r>
              <a:r>
                <a:rPr dirty="0" err="1"/>
                <a:t>роли</a:t>
              </a:r>
              <a:r>
                <a:rPr dirty="0"/>
                <a:t>/</a:t>
              </a:r>
              <a:r>
                <a:rPr dirty="0" err="1"/>
                <a:t>права</a:t>
              </a:r>
              <a:r>
                <a:rPr dirty="0"/>
                <a:t>, </a:t>
              </a:r>
              <a:r>
                <a:rPr dirty="0" err="1"/>
                <a:t>мониторинг</a:t>
              </a:r>
              <a:r>
                <a:rPr dirty="0"/>
                <a:t> </a:t>
              </a:r>
              <a:r>
                <a:rPr dirty="0" err="1"/>
                <a:t>очередей</a:t>
              </a:r>
              <a:r>
                <a:rPr dirty="0"/>
                <a:t> и </a:t>
              </a:r>
              <a:r>
                <a:rPr dirty="0" err="1"/>
                <a:t>отчёт</a:t>
              </a:r>
              <a:r>
                <a:rPr dirty="0"/>
                <a:t> </a:t>
              </a:r>
              <a:r>
                <a:rPr dirty="0" err="1"/>
                <a:t>по</a:t>
              </a:r>
              <a:r>
                <a:rPr dirty="0"/>
                <a:t> SLA.</a:t>
              </a:r>
            </a:p>
          </p:txBody>
        </p:sp>
      </p:grp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1586744978"/>
              </p:ext>
            </p:extLst>
          </p:nvPr>
        </p:nvGraphicFramePr>
        <p:xfrm>
          <a:off x="727491" y="2364704"/>
          <a:ext cx="7239000" cy="2224920"/>
        </p:xfrm>
        <a:graphic>
          <a:graphicData uri="http://schemas.openxmlformats.org/drawingml/2006/table">
            <a:tbl>
              <a:tblPr>
                <a:noFill/>
                <a:tableStyleId>{6A1CCC24-04E4-4BCC-941A-B907F5E8BBCD}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t>1.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MVP </a:t>
                      </a:r>
                      <a:r>
                        <a:rPr dirty="0" err="1"/>
                        <a:t>закрывает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полный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цикл</a:t>
                      </a:r>
                      <a:r>
                        <a:rPr dirty="0"/>
                        <a:t>: </a:t>
                      </a:r>
                      <a:r>
                        <a:rPr dirty="0" err="1"/>
                        <a:t>заявка</a:t>
                      </a:r>
                      <a:r>
                        <a:rPr dirty="0"/>
                        <a:t> → </a:t>
                      </a:r>
                      <a:r>
                        <a:rPr dirty="0" err="1"/>
                        <a:t>этапы</a:t>
                      </a:r>
                      <a:r>
                        <a:rPr dirty="0"/>
                        <a:t> → </a:t>
                      </a:r>
                      <a:r>
                        <a:rPr dirty="0" err="1"/>
                        <a:t>интеграция</a:t>
                      </a:r>
                      <a:r>
                        <a:rPr dirty="0"/>
                        <a:t> → </a:t>
                      </a:r>
                      <a:r>
                        <a:rPr dirty="0" err="1"/>
                        <a:t>контроль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статусов</a:t>
                      </a:r>
                      <a:r>
                        <a:rPr dirty="0"/>
                        <a:t>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2.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dirty="0" err="1"/>
                        <a:t>Интеграция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трассируется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по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correlation_id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request_id</a:t>
                      </a:r>
                      <a:r>
                        <a:rPr dirty="0"/>
                        <a:t>; </a:t>
                      </a:r>
                      <a:r>
                        <a:rPr dirty="0" err="1"/>
                        <a:t>есть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обработка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ошибок</a:t>
                      </a:r>
                      <a:r>
                        <a:rPr dirty="0"/>
                        <a:t> и </a:t>
                      </a:r>
                      <a:r>
                        <a:rPr dirty="0" err="1"/>
                        <a:t>повтор</a:t>
                      </a:r>
                      <a:r>
                        <a:rPr dirty="0"/>
                        <a:t>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3.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Проект готов к расширению: оффбординг, роли/права, отчёты SLA, мониторинг.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8999" y="1932525"/>
            <a:ext cx="8079343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!</a:t>
            </a:r>
          </a:p>
          <a:p>
            <a:r>
              <a:rPr lang="en-US" dirty="0">
                <a:solidFill>
                  <a:schemeClr val="bg1"/>
                </a:solidFill>
                <a:hlinkClick r:id="rId4"/>
              </a:rPr>
              <a:t>https://github.com/LopatinRoman </a:t>
            </a:r>
            <a:r>
              <a:rPr lang="en-US" dirty="0">
                <a:solidFill>
                  <a:schemeClr val="bg1"/>
                </a:solidFill>
              </a:rPr>
              <a:t>/ GitHub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  <a:hlinkClick r:id="rId5"/>
              </a:rPr>
              <a:t>@ExsecrabiIi</a:t>
            </a:r>
            <a:r>
              <a:rPr lang="en-US" dirty="0">
                <a:solidFill>
                  <a:schemeClr val="bg1"/>
                </a:solidFill>
              </a:rPr>
              <a:t> / </a:t>
            </a:r>
            <a:r>
              <a:rPr dirty="0">
                <a:solidFill>
                  <a:schemeClr val="bg1"/>
                </a:solidFill>
              </a:rPr>
              <a:t>TELEGRAM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  <a:hlinkClick r:id="rId6"/>
              </a:rPr>
              <a:t>i@rlopatin.ru</a:t>
            </a:r>
            <a:r>
              <a:rPr lang="en-US" dirty="0">
                <a:solidFill>
                  <a:schemeClr val="bg1"/>
                </a:solidFill>
              </a:rPr>
              <a:t> / </a:t>
            </a:r>
            <a:r>
              <a:rPr dirty="0">
                <a:solidFill>
                  <a:schemeClr val="bg1"/>
                </a:solidFill>
              </a:rPr>
              <a:t>EMAIL</a:t>
            </a: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418</Words>
  <Application>Microsoft Office PowerPoint</Application>
  <PresentationFormat>Экран (16:9)</PresentationFormat>
  <Paragraphs>59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Courier New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 Тема: HR Onboarding Hub</vt:lpstr>
      <vt:lpstr>План защиты</vt:lpstr>
      <vt:lpstr>Презентация PowerPoint</vt:lpstr>
      <vt:lpstr>Какие технологии использовались </vt:lpstr>
      <vt:lpstr>Что получилось</vt:lpstr>
      <vt:lpstr>Рабочее место и основной документ HR</vt:lpstr>
      <vt:lpstr>RabbitMQ (queues / message payload)  </vt:lpstr>
      <vt:lpstr>Отчёт автотестов</vt:lpstr>
      <vt:lpstr>Выводы </vt:lpstr>
      <vt:lpstr>Спасибо за внимание! https://github.com/LopatinRoman / GitHub @ExsecrabiIi / TELEGRAM  i@rlopatin.ru / EMAIL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Roman Lopatin</cp:lastModifiedBy>
  <cp:revision>3</cp:revision>
  <dcterms:modified xsi:type="dcterms:W3CDTF">2026-03-05T13:48:05Z</dcterms:modified>
</cp:coreProperties>
</file>